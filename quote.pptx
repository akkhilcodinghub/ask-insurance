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580FF"/>
                </a:solidFill>
              </a:defRPr>
            </a:pPr>
            <a:r>
              <a:t>ASK INSURANCE BROKER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Feature Feasibility &amp; Cost Analysis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Detailed Breakdown: In-House Software Enhancements (Free) vs. Paid Third-Party API Integrations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5303520"/>
            <a:ext cx="4572000" cy="6400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📄 Executive Product Roadmap — quote.pptx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80FF"/>
                </a:solidFill>
              </a:defRPr>
            </a:pPr>
            <a:r>
              <a:t>EXECUTIVE SUMMARY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Feature Feasibility &amp; Cost Categorization Matrix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59669"/>
                </a:solidFill>
              </a:defRPr>
            </a:pPr>
            <a:r>
              <a:t>✅ Easy &amp; Free to Implement (In-House)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1. Rename Agent → POSP across UI, API &amp; DB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2. Login Phase Policy Selection Dropdown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3. POSP Verification Docs (10/12th, Aadhaar, PAN)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4. Policy Endorsement &amp; Revised PDF Downloads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5. Random System ID + Dual Auth (ID/Email/Phone)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6. Instant Admin POSP Assignment &amp; Governance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7. No Claim Bonus (NCB) Misdeclaration Warning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97706"/>
                </a:solidFill>
              </a:defRPr>
            </a:pPr>
            <a:r>
              <a:t>💳 Requires Money (Third-Party Paid APIs)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1. Auto-Fetch Policy Details via Vehicle Number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└ Requires RTO Database API (Surepass / Karza)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└ Cost: ₹1.50 – ₹3.50 per vehicle lookup</a:t>
            </a:r>
          </a:p>
          <a:p>
            <a:pPr>
              <a:defRPr sz="1100">
                <a:solidFill>
                  <a:srgbClr val="FFFFFF"/>
                </a:solidFill>
              </a:defRPr>
            </a:pP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2. Automated Document OCR &amp; Gov Verification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└ Automated e-KYC / PAN &amp; Aadhaar OCR API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└ Cost: ₹1.00 – ₹2.50 per verification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3. High-Volume SMS &amp; WhatsApp Gateways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└ Transactional SMS &amp; OTPs (Twilio / MSG91)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└ Cost: ₹0.15 – ₹0.40 per SMS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IN-HOUSE SOFTWARE ENHANCEMENTS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7 In-House Features ($0 External Cost)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1. Agent → POSP Global Rename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Global code refactor across UI, API endpoints, and database models to POSP.</a:t>
            </a:r>
          </a:p>
          <a:p>
            <a:pPr>
              <a:defRPr sz="1100" b="1">
                <a:solidFill>
                  <a:srgbClr val="059669"/>
                </a:solidFill>
              </a:defRPr>
            </a:pPr>
            <a:r>
              <a:t>Dev Effort: 1 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2. Login Phase Policy Dropdown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Add policy selection dropdown during onboarding to personalize home screen.</a:t>
            </a:r>
          </a:p>
          <a:p>
            <a:pPr>
              <a:defRPr sz="1100" b="1">
                <a:solidFill>
                  <a:srgbClr val="059669"/>
                </a:solidFill>
              </a:defRPr>
            </a:pPr>
            <a:r>
              <a:t>Dev Effort: 0.5 Days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3. POSP Document Uploads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File picker &amp; cloud storage for 10th/12th Marksheet, Aadhaar, and PAN Card.</a:t>
            </a:r>
          </a:p>
          <a:p>
            <a:pPr>
              <a:defRPr sz="1100" b="1">
                <a:solidFill>
                  <a:srgbClr val="059669"/>
                </a:solidFill>
              </a:defRPr>
            </a:pPr>
            <a:r>
              <a:t>Dev Effort: 1 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4. Policy Endorsements &amp; PDFs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In-house change request workflow &amp; revised policy PDF generation engine.</a:t>
            </a:r>
          </a:p>
          <a:p>
            <a:pPr>
              <a:defRPr sz="1100" b="1">
                <a:solidFill>
                  <a:srgbClr val="059669"/>
                </a:solidFill>
              </a:defRPr>
            </a:pPr>
            <a:r>
              <a:t>Dev Effort: 2 Days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11D48"/>
                </a:solidFill>
              </a:defRPr>
            </a:pPr>
            <a:r>
              <a:t>THIRD-PARTY API INTEGRATIONS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Features Requiring Third-Party API Payments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🚗 Vehicle Registration Number Auto-Fetch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Requirement: Auto-fetching vehicle make, model, variant, engine, chassis, and expiry via number plate requires official RTO database API access.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Paid Providers: Surepass.io / Karza (Perfios) / Signzy / Digitap API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Pricing Model: ₹1.50 – ₹3.50 per successful vehicle lookup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Cost Strategy: Cache fetched RTO details locally in DB so repeat queries for the same vehicle cost $0.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📜 Automated OCR &amp; Gov Verification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Requirement: Real-time automated parsing &amp; government validation for uploaded Marksheet, Aadhaar &amp; PAN Card.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Paid Providers: Signzy OCR / Karza e-KYC / DigiLocker Partner API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Pricing Model: ₹1.00 – ₹2.50 per document scan &amp; verification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Cost Strategy: Manual Admin Verification is FREE! Use paid automated OCR API only when scaling past 1,000+ daily POSPs.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80FF"/>
                </a:solidFill>
              </a:defRPr>
            </a:pPr>
            <a:r>
              <a:t>FEASIBILITY MATRIX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Implementation Matrix &amp; Cost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  <a:gridCol w="1188720"/>
                <a:gridCol w="2011680"/>
                <a:gridCol w="3108960"/>
              </a:tblGrid>
              <a:tr h="4754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Feature Item</a:t>
                      </a:r>
                    </a:p>
                  </a:txBody>
                  <a:tcPr>
                    <a:solidFill>
                      <a:srgbClr val="158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58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Dev Effort</a:t>
                      </a:r>
                    </a:p>
                  </a:txBody>
                  <a:tcPr>
                    <a:solidFill>
                      <a:srgbClr val="158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Third-Party Cost</a:t>
                      </a:r>
                    </a:p>
                  </a:txBody>
                  <a:tcPr>
                    <a:solidFill>
                      <a:srgbClr val="158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Strategic Action</a:t>
                      </a:r>
                    </a:p>
                  </a:txBody>
                  <a:tcPr>
                    <a:solidFill>
                      <a:srgbClr val="1580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Fetch Policy via Vehicle Number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Paid API Integration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 Day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₹1.50 - ₹3.50 / call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Integrate Surepass RTO API + DB Caching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Rename Agent → POSP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In-House Code Change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 Day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FREE ($0)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Global DB, API &amp; UI term refactor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Login Phase Policy Dropdown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In-House UI Component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0.5 Days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FREE ($0)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Add dropdown in onboarding screen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Endorsements &amp; Revised PDF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In-House Workflow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 Days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FREE ($0)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Admin approval workflow + PDF engine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Random ID + Dual Auth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In-House Backend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 Day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FREE ($0)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Update User schema for random unique IDs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Admin Instant POSP Assignment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In-House RBAC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 Day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FREE ($0)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Add instant POSP selector in Admin Panel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NCB Misdeclaration Warning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In-House Validation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0.5 Days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FREE ($0)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Client-side &amp; backend NCB alert logic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POSP Document Uploads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In-House Storage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 Day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FREE ($0)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Cloud file storage + Admin verification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Automated Document OCR Check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Paid API (Optional)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 Days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₹1.00 - ₹2.50 / scan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Start with Free Admin Review; add API later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